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d9f65419084597" /><Relationship Type="http://schemas.openxmlformats.org/officeDocument/2006/relationships/extended-properties" Target="/docProps/app.xml" Id="Rc0478ce02aae48ff" /><Relationship Type="http://schemas.openxmlformats.org/officeDocument/2006/relationships/officeDocument" Target="/ppt/presentation.xml" Id="R6d74f72d88f048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ce450e4fd94e4d"/>
  </p:sldMasterIdLst>
  <p:notesMasterIdLst>
    <p:notesMasterId xmlns:r="http://schemas.openxmlformats.org/officeDocument/2006/relationships" r:id="R91a6e6c1b45a44c9"/>
  </p:notesMasterIdLst>
  <p:sldIdLst>
    <p:sldId xmlns:r="http://schemas.openxmlformats.org/officeDocument/2006/relationships" id="256" r:id="R9c469bdc45924f31"/>
    <p:sldId xmlns:r="http://schemas.openxmlformats.org/officeDocument/2006/relationships" id="257" r:id="Re1764dd3d7a34f78"/>
    <p:sldId xmlns:r="http://schemas.openxmlformats.org/officeDocument/2006/relationships" id="258" r:id="R020239b1278547cf"/>
    <p:sldId xmlns:r="http://schemas.openxmlformats.org/officeDocument/2006/relationships" id="259" r:id="R667cd9ec064948eb"/>
    <p:sldId xmlns:r="http://schemas.openxmlformats.org/officeDocument/2006/relationships" id="260" r:id="Rb3ed9dd15ecc4ff3"/>
    <p:sldId xmlns:r="http://schemas.openxmlformats.org/officeDocument/2006/relationships" id="261" r:id="Rd3c43f02c5474e6d"/>
    <p:sldId xmlns:r="http://schemas.openxmlformats.org/officeDocument/2006/relationships" id="262" r:id="Re273b8667a9a400a"/>
    <p:sldId xmlns:r="http://schemas.openxmlformats.org/officeDocument/2006/relationships" id="263" r:id="R9cba3caa9c934a8a"/>
    <p:sldId xmlns:r="http://schemas.openxmlformats.org/officeDocument/2006/relationships" id="264" r:id="Ra0f459501a1247c8"/>
    <p:sldId xmlns:r="http://schemas.openxmlformats.org/officeDocument/2006/relationships" id="265" r:id="R199ef1218a084baa"/>
    <p:sldId xmlns:r="http://schemas.openxmlformats.org/officeDocument/2006/relationships" id="266" r:id="Rb40e1d1278744b99"/>
    <p:sldId xmlns:r="http://schemas.openxmlformats.org/officeDocument/2006/relationships" id="267" r:id="R9ca407e805d544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02e2fb5ef3436b" /><Relationship Type="http://schemas.openxmlformats.org/officeDocument/2006/relationships/slideMaster" Target="/ppt/slideMasters/slideMaster1.xml" Id="R3bce450e4fd94e4d" /><Relationship Type="http://schemas.openxmlformats.org/officeDocument/2006/relationships/notesMaster" Target="/ppt/notesMasters/notesMaster1.xml" Id="R91a6e6c1b45a44c9" /><Relationship Type="http://schemas.openxmlformats.org/officeDocument/2006/relationships/presProps" Target="/ppt/presProps.xml" Id="R6c36d0392f2e40db" /><Relationship Type="http://schemas.openxmlformats.org/officeDocument/2006/relationships/tableStyles" Target="/ppt/tableStyles.xml" Id="Rf07f064cd4bc472c" /><Relationship Type="http://schemas.openxmlformats.org/officeDocument/2006/relationships/slide" Target="/ppt/slides/slide1.xml" Id="R9c469bdc45924f31" /><Relationship Type="http://schemas.openxmlformats.org/officeDocument/2006/relationships/slide" Target="/ppt/slides/slide2.xml" Id="Re1764dd3d7a34f78" /><Relationship Type="http://schemas.openxmlformats.org/officeDocument/2006/relationships/slide" Target="/ppt/slides/slide3.xml" Id="R020239b1278547cf" /><Relationship Type="http://schemas.openxmlformats.org/officeDocument/2006/relationships/slide" Target="/ppt/slides/slide4.xml" Id="R667cd9ec064948eb" /><Relationship Type="http://schemas.openxmlformats.org/officeDocument/2006/relationships/slide" Target="/ppt/slides/slide5.xml" Id="Rb3ed9dd15ecc4ff3" /><Relationship Type="http://schemas.openxmlformats.org/officeDocument/2006/relationships/slide" Target="/ppt/slides/slide6.xml" Id="Rd3c43f02c5474e6d" /><Relationship Type="http://schemas.openxmlformats.org/officeDocument/2006/relationships/slide" Target="/ppt/slides/slide7.xml" Id="Re273b8667a9a400a" /><Relationship Type="http://schemas.openxmlformats.org/officeDocument/2006/relationships/slide" Target="/ppt/slides/slide8.xml" Id="R9cba3caa9c934a8a" /><Relationship Type="http://schemas.openxmlformats.org/officeDocument/2006/relationships/slide" Target="/ppt/slides/slide9.xml" Id="Ra0f459501a1247c8" /><Relationship Type="http://schemas.openxmlformats.org/officeDocument/2006/relationships/slide" Target="/ppt/slides/slide10.xml" Id="R199ef1218a084baa" /><Relationship Type="http://schemas.openxmlformats.org/officeDocument/2006/relationships/slide" Target="/ppt/slides/slide11.xml" Id="Rb40e1d1278744b99" /><Relationship Type="http://schemas.openxmlformats.org/officeDocument/2006/relationships/slide" Target="/ppt/slides/slide12.xml" Id="R9ca407e805d544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0076e0115d4e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da35521f034f12" /><Relationship Type="http://schemas.openxmlformats.org/officeDocument/2006/relationships/notesMaster" Target="/ppt/notesMasters/notesMaster1.xml" Id="R4f8cbc39768b44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1df22b669428f" /><Relationship Type="http://schemas.openxmlformats.org/officeDocument/2006/relationships/notesMaster" Target="/ppt/notesMasters/notesMaster1.xml" Id="R559f1fe9c649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fe635ae7984ddc" /><Relationship Type="http://schemas.openxmlformats.org/officeDocument/2006/relationships/notesMaster" Target="/ppt/notesMasters/notesMaster1.xml" Id="R70dcffbd37d6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1497cf0f54e36" /><Relationship Type="http://schemas.openxmlformats.org/officeDocument/2006/relationships/notesMaster" Target="/ppt/notesMasters/notesMaster1.xml" Id="R85f72679db6246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63f65874ab4bc6" /><Relationship Type="http://schemas.openxmlformats.org/officeDocument/2006/relationships/notesMaster" Target="/ppt/notesMasters/notesMaster1.xml" Id="R6dc4ef86a90a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29ee12712c41df" /><Relationship Type="http://schemas.openxmlformats.org/officeDocument/2006/relationships/notesMaster" Target="/ppt/notesMasters/notesMaster1.xml" Id="Rff5a782907f243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4ebfe40c9b499a" /><Relationship Type="http://schemas.openxmlformats.org/officeDocument/2006/relationships/notesMaster" Target="/ppt/notesMasters/notesMaster1.xml" Id="Rf9804e0ed0914f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4773e5ee6945f1" /><Relationship Type="http://schemas.openxmlformats.org/officeDocument/2006/relationships/notesMaster" Target="/ppt/notesMasters/notesMaster1.xml" Id="Rec0069d4d02342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1e1840ce24a53" /><Relationship Type="http://schemas.openxmlformats.org/officeDocument/2006/relationships/notesMaster" Target="/ppt/notesMasters/notesMaster1.xml" Id="Ref4385676a7040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d30d9548a546eb" /><Relationship Type="http://schemas.openxmlformats.org/officeDocument/2006/relationships/notesMaster" Target="/ppt/notesMasters/notesMaster1.xml" Id="Rb54bd543409941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51e7da57f846b5" /><Relationship Type="http://schemas.openxmlformats.org/officeDocument/2006/relationships/notesMaster" Target="/ppt/notesMasters/notesMaster1.xml" Id="R9d94c2c2601b43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eb567c5a92464e" /><Relationship Type="http://schemas.openxmlformats.org/officeDocument/2006/relationships/notesMaster" Target="/ppt/notesMasters/notesMaster1.xml" Id="Rc898a6dc752a45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explicando que el proyecto no es solo una interfaz, sino una herramienta completa para cargar taxonomias, editar instancias, renderizar tablas y validar informes XBRL. Mencionar stack actual: Python 3.13+, PySide6, lxml, xmlschema y elementpath.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el problema: XBRL exige coherencia entre conceptos, contextos, unidades, dimensiones y reglas. BDE anade particularidades: distribucion local de taxonomias y Table Linkbase PWD.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ciclo completo: cargar taxonomia, crear o abrir instancia, navegar tablas, editar hechos, guardar y validar. La propuesta de valor es un flujo local unificado.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arquitectura por capas. Mensaje clave: el core XBRL no depende de Qt; la UI consume servicios y modelos, pero la logica se puede probar de forma aislada.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spec-driven development: PRD, spec, plan, data model, contratos y tareas. Hay seis features y 248 tareas completadas; esto da trazabilidad para un dominio complejo.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Resumir capacidades: catalogo BDE con scraper TypeScript/Playwright, workspace de instancia, validacion/conformidad y distribucion offline con runtime del scraper preparado.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Detallar el renderizado PWD: ejes X/Y/Z, coordenada de celda y mapeo a hechos. Recalcar que las tablas no estan hardcodeadas: salen de la taxonomia.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el pipeline de validacion: parser, checks estructurales, dimensionales, relaciones y formulas. El resultado es un ValidationReport con findings accionables.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calidad verificable: tests unitarios, integracion y runner offline de conformidad. Table Linkbase 1.0 es informativa porque v1 prioriza PWD por BDE.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slide como checklist de demo. No intentar demostrar todo; ensenar hilo completo: app, taxonomia, instancia, tabla, edicion, validacion y CLI si hay tiempo.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limites como decisiones de alcance: iXBRL, envio BDE, batch/diferencial y reglas externas BDE quedan fuera de v1. Presentar roadmap incremental.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tres ideas: producto real, arquitectura sostenible y metodo defendible. Frase final: convertir complejidad XBRL/BDE en un flujo visual, verificable y mantenible.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da019f08148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cb8b63d64c418c" /><Relationship Type="http://schemas.openxmlformats.org/officeDocument/2006/relationships/slideLayout" Target="/ppt/slideLayouts/slideLayout1.xml" Id="Rccfbee103068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bee103068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2795586bb4b51" /><Relationship Type="http://schemas.openxmlformats.org/officeDocument/2006/relationships/image" Target="/ppt/media/image.png" Id="Rf2c3de2a4ec44f73" /><Relationship Type="http://schemas.openxmlformats.org/officeDocument/2006/relationships/notesSlide" Target="/ppt/notesSlides/notesSlide1.xml" Id="R3a2151c865d648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9f58d6f8c4e30" /><Relationship Type="http://schemas.openxmlformats.org/officeDocument/2006/relationships/image" Target="/ppt/media/image2.png" Id="R472c2eda960e4cdb" /><Relationship Type="http://schemas.openxmlformats.org/officeDocument/2006/relationships/notesSlide" Target="/ppt/notesSlides/notesSlide2.xml" Id="R7f37277795bd49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f1af54ebd4451" /><Relationship Type="http://schemas.openxmlformats.org/officeDocument/2006/relationships/notesSlide" Target="/ppt/notesSlides/notesSlide3.xml" Id="R9443286aee2b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cd5858e5d49e4" /><Relationship Type="http://schemas.openxmlformats.org/officeDocument/2006/relationships/image" Target="/ppt/media/image3.png" Id="Rbf3a1515d2a747a8" /><Relationship Type="http://schemas.openxmlformats.org/officeDocument/2006/relationships/notesSlide" Target="/ppt/notesSlides/notesSlide4.xml" Id="R3b294107d545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be53f9df45fa" /><Relationship Type="http://schemas.openxmlformats.org/officeDocument/2006/relationships/notesSlide" Target="/ppt/notesSlides/notesSlide5.xml" Id="Rb4c912d80d19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a4fe38fe24d1e" /><Relationship Type="http://schemas.openxmlformats.org/officeDocument/2006/relationships/notesSlide" Target="/ppt/notesSlides/notesSlide6.xml" Id="R307e95d9d7d0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35f2963546c5" /><Relationship Type="http://schemas.openxmlformats.org/officeDocument/2006/relationships/notesSlide" Target="/ppt/notesSlides/notesSlide7.xml" Id="Rc06ad27a98dc42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da7085985427a" /><Relationship Type="http://schemas.openxmlformats.org/officeDocument/2006/relationships/image" Target="/ppt/media/image4.png" Id="R7d26f24c4c7b43db" /><Relationship Type="http://schemas.openxmlformats.org/officeDocument/2006/relationships/notesSlide" Target="/ppt/notesSlides/notesSlide8.xml" Id="Rb260d1dcc951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191f38b174c73" /><Relationship Type="http://schemas.openxmlformats.org/officeDocument/2006/relationships/notesSlide" Target="/ppt/notesSlides/notesSlide9.xml" Id="R0512af8a547944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74e4d5b7542d7" /><Relationship Type="http://schemas.openxmlformats.org/officeDocument/2006/relationships/notesSlide" Target="/ppt/notesSlides/notesSlide10.xml" Id="Ra45312dc73f84f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fd29af7c44545" /><Relationship Type="http://schemas.openxmlformats.org/officeDocument/2006/relationships/notesSlide" Target="/ppt/notesSlides/notesSlide11.xml" Id="R79b96395148149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5680e25334baf" /><Relationship Type="http://schemas.openxmlformats.org/officeDocument/2006/relationships/image" Target="/ppt/media/image5.png" Id="R649d6dc4d46c4b0d" /><Relationship Type="http://schemas.openxmlformats.org/officeDocument/2006/relationships/notesSlide" Target="/ppt/notesSlides/notesSlide12.xml" Id="R1394aa4ff0134c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3de2a4ec44f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E75C7-D098-4F6B-B904-47E98781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7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D6CFD-E77D-4BD0-88E8-812B3891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633CB-E453-4D0D-B541-8A51BE5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BDE XBRL Editor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2741B-E0AD-46B9-A28C-D7E05F08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Editor de escritorio para crear, editar, renderizar y validar informes XBRL orientados a taxonomias del Banco de Espana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ACFD0-509F-490A-BF6C-965F4190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Trabajo Fin de Master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4CD8-8FCE-4107-B8E7-295A2D65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4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4CF"/>
                </a:solidFill>
                <a:latin typeface="Aptos"/>
                <a:ea typeface="Aptos"/>
                <a:cs typeface="Aptos"/>
              </a:rPr>
              <a:t>Python 3.13+ + PySide6 | XBRL 2.1 | Table Linkbase PWD | Formula 1.0 | pytest</a:t>
            </a:r>
          </a:p>
        </p:txBody>
      </p:sp>
    </p:spTree>
    <p:extLst>
      <p:ext uri="{BB962C8B-B14F-4D97-AF65-F5344CB8AC3E}">
        <p14:creationId xmlns:p14="http://schemas.microsoft.com/office/powerpoint/2010/main" val="14859611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38D639-BE4C-4255-A59C-E3525A1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c2eda960e4c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A6D1F-E50D-4A58-B087-11366BE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B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99BD4-AD02-4D78-A98E-9F6A03CA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9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3287A-4FC4-40A5-A670-219259C0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29FF6-615A-4C3D-ADE2-527D7CF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4FF8-4C24-496C-8EAB-9485DCC3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 reto es trabajar con confianza sobre XBRL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0AB3A-FE84-4456-98F7-14D3BFC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4171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La informacion esta repartida entre taxonomias, XML, dimensiones, reglas de validacion y plantillas regulatorias. Sin una vista integrada, cada revision aumenta el coste y el riesgo.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6E80D-671F-466F-AD9C-AC633C4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C96E-854F-4F45-BF4B-FF8F1BD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68724-8F58-4CBD-8A08-8DED055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Dominio XBRL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65AF1-949F-4EEA-9934-9F57328B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conceptos, contextos, unidades, dimensiones y hechos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7E993-B565-4E3A-8DB0-8EC47C9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A0C17-38AF-4F0B-859E-E15F01FE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17A68-CF7A-463A-85B6-44000BB8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86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E9564-F97E-4367-805F-5B9B9BB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zips de taxonomia, Table Linkbase PWD e indicadores Eurofiling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56C64-4E30-48B8-8086-5CB55C7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A4E5F-17C4-4293-B14D-9637484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ED39B-7730-473F-9C5B-7F405D21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C0424-42F8-4E5C-A2D4-92096A5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errores tecnicos que deben ser accionables antes del envio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793AA-2AB9-470E-A120-5C6D11B8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Tesis del proyecto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79BA3-1B54-4FBD-9350-71016A26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 editor especializado puede convertir una taxonomia compleja en un flujo visual, validable y mantenible para el usuario final.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AA93D-ED36-4884-B014-3342ABA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7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7C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FF27C-820E-49DF-8DA1-9CC31D0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E8758-AE0A-433E-B524-04A62CC7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ADBC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ADBC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2297614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F98BE9-6026-4C9A-A653-B09A2F7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9DBF5-5377-405C-8486-2887386F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EFD24-DF5D-4151-AF2F-9672B287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D158F-D8CE-489A-826C-30F6D01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Objetivo: cubrir el ciclo de vida completo de una instancia XBRL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F31CC-B16A-4824-B960-B195C31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1A44F-600F-4BDF-B547-FA6299F1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DAA84-9495-40C6-83B8-DF6B2A7C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3FF41-37D0-416E-BB34-B885B33E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71FCA-D81F-4E91-AC52-14E41405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Taxonomia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66587-389C-4DF4-AA36-1ECB67D7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Cargar DTS, linkbases, etiquetas, tablas y formulas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029B1-908C-440C-9DC6-74A77D8D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4188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9001F-7041-4317-AF76-B88CB4CE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718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AC6C2-5FBA-4B3E-8D4A-4046FEB4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3835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BDC01-88BC-408E-B5F6-AD155312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383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9C40B-4392-41E1-8A69-316710A8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2651F-A384-4A8A-AFB4-0A6C8E29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Instancia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70F03-43AC-43C4-8127-19ACF8BB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Crear o abrir XML/XBRL con entidad, periodo y filing indicators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C60DF-F297-44F9-A531-C68C41E0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4188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56FAF-028F-44ED-BA3A-54389C10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718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0E2B72-2CE1-41F9-B5D4-1EFEB933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1F661-1C88-465B-8209-990386E2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D0D18-0545-466B-8A94-A6C6D84C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F16A8-9A21-45E2-BF06-17157646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8595E-C066-46B8-A4B6-BCD01EB4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Renderizar layouts BDE y mapear hechos a celdas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DBC6E-6512-478B-AE1D-9D2993B5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4188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C8AF6-5ED6-45D4-AE38-CD70FDC2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BA833-149C-45DA-8268-1DCA91E8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4AA3B6-9729-4F6E-B700-4A424A3C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383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6BDC32-EB98-4C0E-975F-1147665E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7EF92-540E-4F9C-8897-7A50BCB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38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Edicion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7FDA8-E311-4EC2-B4B9-2328434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Modificar valores con validacion de tipo y guardado seguro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24C3B-4DA6-4E88-81EA-09BDACC3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24188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58CB0-A39C-4664-A026-6E55CC8E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0EBEC0-4F95-43A9-A94A-82C0EF9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1809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42FBD-4488-493D-AF63-D070213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87C9E-E095-46AB-9C9A-E4F7E74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24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9964D-5A83-42F7-BB1B-008166C6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Validacion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CC6A07-6FD3-40EE-B124-05BE266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Ejecutar checks estructurales, dimensionales, calculo y formulas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E91962-B875-4328-9FEF-61304EEA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767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4AE9D4-D59B-4A90-A1EE-4D57557B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19650"/>
            <a:ext cx="695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Resultado buscado: una unica aplicacion local para preparar informes, entender su estructura y detectar errores antes de la entrega.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A559C2-2289-4E5B-BB34-1D0B5F7C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5B"/>
          </a:solidFill>
          <a:ln xmlns:a="http://schemas.openxmlformats.org/drawingml/2006/main" w="0">
            <a:solidFill>
              <a:srgbClr val="15395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55F5D1-3B23-4D39-B5F4-3B8DF231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054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Offline por defecto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360472-07FA-4FE5-86E9-6407A804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38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1580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8F4CC2-32B9-44BB-8E79-856A39F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054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testeable sin Qt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9D6071-D8D9-454E-BA2B-AE6B3024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388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2B6E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8DBC8-C9DC-401B-AA2B-D67F065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054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Precision numerica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ECDAF9-97E6-4132-91AD-9EF3C21F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388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solidFill>
              <a:srgbClr val="D59B2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374ED2-BBC1-41FA-8FD8-65584AFF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054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Conformidad medible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F3C341-DCCD-4BF9-A13D-7523C57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8F5E4B-8F9C-4EAA-BAF8-E8C020DA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16548557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679635-E3C1-40D1-A1AF-39BDA898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9D8DF-D441-4E64-95A6-B06A0D9C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524C1-37E5-4EEE-A3D4-BD524272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746A1-53A8-4698-98B7-61FAA1BA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La arquitectura separa UI, servicios y nucleo XBRL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ADA91-1B09-4FA7-8620-3B9EFE05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0BE69-E209-4F87-B26D-51019BD7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La decision principal fue aislar el conocimiento XBRL de la interfaz: PySide6 queda en la capa visual y los modelos/reglas se prueban sin Qt.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a1515d2a747a8"/>
          <a:srcRect xmlns:a="http://schemas.openxmlformats.org/drawingml/2006/main" l="12671" t="0" r="126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123950"/>
            <a:ext cx="4953000" cy="3733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700D4-9F79-497D-9789-7F82228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23950"/>
            <a:ext cx="4953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20784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531C6-EC20-4ACE-B097-9F545F89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23950"/>
            <a:ext cx="4953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C6D1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EC594-E288-4C9D-A482-B2EC406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50EA3-0B9A-4615-9F39-0E8A312D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E4A8B-2AA1-4837-9355-047D51B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UI /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2922B-D40C-427C-884E-09EF4D5B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PySide6: ventana principal, widgets, paneles, tablas, validacion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E5A16-CC08-4B45-8214-78B7F865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BBBDC-FAEF-4095-BD87-56E1834F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3AEC6-A117-41EF-9B52-C684700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Servicios de aplicacion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39198-08D1-45BB-ACBC-8E4B424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orquestacion: crear instancia, editar, validar, renderizar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536D2-D5FA-45C6-AB64-FE4E8181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5FA6C-EA4A-4A7B-AE50-0BBABB3C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2973D-6B84-4776-9C02-89D1C0E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Adaptacion BDE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3F848-D68F-448C-9945-A3B1C9C9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Table Linkbase PWD, Eurofiling filing indicators, formulas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4D2A2-BC4E-420E-8DDB-5FE0D31C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33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32FE6-9137-426D-AD4B-239C1649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9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F7F91-3EC4-4FC2-BC24-6346ADEF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Core XBRL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8B8E5-45EB-4B6F-9365-A67A4780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462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taxonomy/, instance/, validation/: modelos y reglas sin Qt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BDA2A-C14D-4C2F-9736-1BD25DD5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4171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799DF-C4D4-4C45-A138-320B812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14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Principio de dependencia: lo regulatorio vive en modelos y servicios; la UI solo orquesta experiencia.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BB499-BC89-47B6-9B95-1F8C6D55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4A20DF-018E-4D3F-8461-82327E8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16193083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44996E-F5A0-4F4F-9D3D-668B761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3D3F5-F968-4B9E-A58C-25AE8802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2497B-3A74-44E9-B005-9F801BD1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059EB-4A35-4E86-894F-13BD742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Como se trabajo: Spec-Driven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9D8E-C8C1-4B19-96BF-6652E83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508FE-B7D3-443A-8D6C-8165D7F6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61B63-0305-4AEF-BFC9-B087ED01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PRD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0C132-6B80-4FEF-A5B7-05CAB9B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Problema, usuarios, objetivos y criterios de exito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1C05C-E239-4450-AF23-A548606F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A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8E897-2A98-417C-B9F3-36BD3DDD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43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spec.md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10015-E7E4-4F16-A204-5F16504C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Historias de usuario, requisitos y casos limite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F6971-CCE7-4BD0-BE52-9F2E9623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602EA-797A-4F9F-BBEA-DC242283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43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plan.md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05872-09CE-49C3-8AE4-55DB6E30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Contexto tecnico, arquitectura y decisiones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2C45D-9BDB-4EF7-B56D-B3D051D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A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2C220-ACF3-4551-BB2E-D9A38222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data-model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785FD-3B89-484D-933D-698DF952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Entidades, servicios y relaciones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1B6D4-EC73-4B35-B378-0C36728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F6A2D-75E6-4F3E-B705-7C65CF02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contracts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87F5F-DEB4-4B63-844A-4C596EB9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API esperada antes de implementar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9100C-4348-42EC-BC3A-8224113A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BFA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C0D32-6EE2-463A-92E8-61A3B7CE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431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tasks.md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6AE56-488D-48B8-8916-BAE550B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0"/>
            <a:ext cx="1352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desglosado y verificable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91C73-62F2-4BFA-BF25-0ADD127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55246-2146-4FF4-BC42-1CF010F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EA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B6EA6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D6E92-FF82-4D7D-8223-C93C53D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features especificadas de forma incremental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1AB0DF-6EC7-4183-B1CE-54D947A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80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807A"/>
                </a:solidFill>
                <a:latin typeface="Aptos Display"/>
                <a:ea typeface="Aptos Display"/>
                <a:cs typeface="Aptos Display"/>
              </a:rPr>
              <a:t>248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FD9D6-17AF-4FCB-A279-3F50FE8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9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tareas marcadas como completadas en specs/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FE192-F6B9-49B4-93F2-D42AECF6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59B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59B2D"/>
                </a:solidFill>
                <a:latin typeface="Aptos Display"/>
                <a:ea typeface="Aptos Display"/>
                <a:cs typeface="Aptos Display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1661D-3188-4D02-B36A-C2BFE7BE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957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trazabilidad de requisito a modulo y prueba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523B1-560D-4039-81D8-21A6CBE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El enfoque reduce ambiguedad: antes de escribir codigo se fija que debe hacer cada feature, como se prueba y donde encaja en la arquitectura.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EA87D3-1023-4E6A-AE36-A4D68D73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30C4F4-F514-4275-AFD3-A53AF6C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19573373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6AD9B6-098D-4037-AA39-C53A0325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8A90-6CE2-4948-A988-8485EBE2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E8DDE-9E6A-42EC-86CF-63B21FF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97870-07BA-4CB1-A395-1A7F1C1A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Capacidades principales de la aplicacion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BC31C-1163-45CC-9426-37AB1255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133CB-B5C2-4286-802E-22205FE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869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9D8B0-1DCF-4FB3-B0CA-B914D330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3241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CAD5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36629-4E05-4EC7-A7F7-2861A2E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Catalogo BDE y taxonomias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31968-72C6-4100-9B83-0A88B0C5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2D2FE-83D7-483D-A904-3FB27C5F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98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entry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2C40A-B278-4D9B-8B63-1A507F6E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A8335-D91B-439B-8907-6516979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linkbases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99D7A-3AED-42A1-A5F4-7C37FCDD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6A92C-1C87-42C3-8D26-7FA064BD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242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tablas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3B92E-C943-4889-B7F0-6251F96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EB587-0748-485B-9F6C-E098D860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814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scraper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0471E-4616-42C2-83B0-CA176791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FCF26-780A-4A9B-A238-BC35603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38625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B9A0D-83E0-49A4-BAF3-7D5D2BC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76400"/>
            <a:ext cx="4095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CAD5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57D39-A1D6-43FB-88BA-D51CB4FD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85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Workspace de instancia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863EE-AB49-4D55-92DC-B1C93362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53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E021E-D67A-4B5A-996C-CA9F5D2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53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14BDF-28EA-457E-B2A7-2463555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53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C68DC-977D-4A40-B856-13F25E8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57450"/>
            <a:ext cx="53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45F31-84D8-46E3-BAB2-9066D15E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53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FB44F-29E4-4235-8852-3842B5D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8805A-5D4D-4E54-9062-D1865FE4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146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13882-C486-467F-9E3F-90382F94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718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90FEA-C54D-4221-92C0-0767AA45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290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F7138-83AF-4F40-90A0-364C295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86250"/>
            <a:ext cx="320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B04749-B380-4E53-BADC-24BFE0A4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53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EA"/>
          </a:solidFill>
          <a:ln xmlns:a="http://schemas.openxmlformats.org/drawingml/2006/main" w="9525">
            <a:solidFill>
              <a:srgbClr val="1580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25044-CB73-485D-ADAC-A2ECA61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29050"/>
            <a:ext cx="533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9525">
            <a:solidFill>
              <a:srgbClr val="D59B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454FD-62DB-48BF-9BB3-53774AA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053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edicion directa sobre celdas renderizadas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5732F2-5ACB-4BAE-99EF-981A28D0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DBD94A-5BB6-4949-805C-9CC9ADAD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764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8E9D3C-1937-462D-AE21-EED4213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Validacion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7399D-6A39-4EF2-9A25-1F64F971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Estructural, tipos, dimensiones, calculo, essence-alias y Formula 1.0.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D80887-EC72-4EDE-8ADE-9E288ECB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2247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A48635-85F8-4BB8-8B33-521B5893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894B6D-4BEC-44C3-A6AC-F266F76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Conformidad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9A7BA8-AF19-46BA-BE5B-D01865DE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Runner CLI contra suites XBRL.org, con salida textual, JSON y exit code para CI.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C8EACD-8E19-47A9-85E8-D672F11E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2247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794E4D-EB3E-4CCD-AB9F-65C40BB2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4BB01B-894E-4A60-AEA5-CACC1729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Distribucion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F9D4E7-BA77-4B7C-8E33-BA772DD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Ejecucion local, scripts run.sh/run.bat y paquete offline con runtime del scraper.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845DC6-8817-432F-ADF6-C54E3A28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DA61C0-C5EF-4FE4-9999-7F087DC0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2740958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C3BBED-A39B-4B1B-B983-0743E13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8F20D-C93B-4026-8B0C-08F8ACCF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C34E2-EEB1-4A3B-9F23-6A0456B1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F731E-6258-4A28-BCBD-AC6F737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Renderizado PWD: de la taxonomia a una tabla editable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026D4-0603-4F1C-BC7E-3284E04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DD93F-F166-435D-B89B-2A72645C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El motor no dibuja plantillas fijas: calcula cabeceras, ejes y coordenadas desde la Table Linkbase PWD usada por BDE.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E8087-FA8E-4044-BB5C-9621C7C3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097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Eje X: columnas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F45F8-1235-4961-B29C-106C1611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Eje Y: filas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95F54-B35F-4513-953D-D2E1CEF3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Eje Z: filtro / slice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9819E-2B85-47E2-A97A-4AB4EE81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2B6E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0B946-F55B-41F8-A198-57397DAF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4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CE8C2-71AD-4855-88A3-2217B7F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C0010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2726A-12F0-4713-B5A7-9CD9D42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79EC3-7E15-40ED-A683-01E17DB7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C0020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49B55-25F0-4CDF-B3D7-058B2DC4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5C137-D7C9-439E-BE0F-EB7D5028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81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C0030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72CFF-BE7D-422D-A0CF-4B4E06A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800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D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50F44-8349-46A4-BAC4-8DD8FF04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C0040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19CD7-0FE7-41E4-AF67-DD6384B8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8288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1580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86154D-8CD4-4A5C-AD12-80953872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5A729-1875-4B62-9C2F-0A91CECF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3375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R0010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2CC0F-670A-4C4F-BE26-7429CE5B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33750"/>
            <a:ext cx="64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Concept label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14883-D9BE-446A-B461-22FDCCDE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9FC46-3AA3-437E-9CCB-16AB3AC7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R0020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C5261-447C-4814-97E6-0D8914BA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52850"/>
            <a:ext cx="64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Concept label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B5F08-B371-4BFD-A4D2-60E84CB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009E4-1CF5-4DDD-9F96-28E96B7C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R0030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406BA-509A-46C4-90F1-F0ED116B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71950"/>
            <a:ext cx="64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Concept label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29251A-D897-455E-A11E-CBB4A47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ABA43-AFEE-4080-8B14-34DADCD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R0040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ED35E9-A51B-444E-86F2-1C206C3D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91050"/>
            <a:ext cx="647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Concept label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F222EB-072F-4A12-A20D-8F33F00E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95ECF8-FC66-415C-82B1-6F09DD9D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30289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BE095D-A390-4D00-B7CE-5507E06A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289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21D07-7C63-420B-B5DD-529346A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30289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C2645-AA92-45AF-B2A9-9C75A9F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528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D3FCBA-1EA0-4938-A9A1-E21330E5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767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D9A735-8268-461F-AEEF-99829B1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005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7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92874B-831E-4606-A677-D1989AC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52825"/>
            <a:ext cx="10191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EA"/>
          </a:solidFill>
          <a:ln xmlns:a="http://schemas.openxmlformats.org/drawingml/2006/main" w="19050">
            <a:solidFill>
              <a:srgbClr val="1580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D5BA34-0909-4EF5-9252-A511E39F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05225"/>
            <a:ext cx="514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Fact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010CAB-94EA-4B33-9D23-7E9C1A5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76700"/>
            <a:ext cx="10191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7"/>
          </a:solidFill>
          <a:ln xmlns:a="http://schemas.openxmlformats.org/drawingml/2006/main" w="19050">
            <a:solidFill>
              <a:srgbClr val="B94A4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AC10BE-895C-41D9-AFD5-E921988A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6477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Duplicado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9AEFEA-B63A-404C-AD8D-229CF55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B"/>
          </a:solidFill>
          <a:ln xmlns:a="http://schemas.openxmlformats.org/drawingml/2006/main" w="9525">
            <a:solidFill>
              <a:srgbClr val="D59B2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121C65-E8ED-476C-B267-367A164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Consolidado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DD2040-0DC6-4CBE-9D4F-32997776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432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73E430-3F19-400F-95DF-B106F4A7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Individual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66248C-B82F-4DF9-955F-F165B84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9570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Cada celda queda identificada por: concepto + entidad + periodo + dimensiones explicitas. Esa coordenada permite mostrar, editar y validar el hecho correcto.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97DDA5-977C-4E45-AC8E-A79691F3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B59E80-8CBB-4303-926F-E39FB1BA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4040596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1BE40-41D4-4B41-B252-F751888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6f24c4c7b43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307E3-8F3D-4106-9E38-5AA0B0F7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0AA77-A75D-416C-A14E-D6749123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10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9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B4957-3BBC-4098-8796-80517181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A023B-D481-41CF-A9E2-5802B51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3B654-6ECB-4B08-B124-BB9D7589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095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Validar no debe romper el flujo: debe producir hallazgos accionables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35CFE-BE4E-4A75-9110-52BFE08C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El orquestador captura errores, aplica reglas por niveles y devuelve un ValidationReport inmutable con severidad, regla, mensaje y contexto de negocio.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C2ADB-AA4A-41E0-8307-FFE4E8AA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4A695-A6C3-4C68-A0B4-17763095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2BB00-5B1E-49A3-8F67-6EDF73B1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6E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6E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44A78-4373-4A1C-B4DC-A872A3F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Parser instancia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9A256-C07F-4A73-B972-945BAA5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XML, schemaRef, contextos, unidades, hechos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0E99D-62CE-4ECF-9B63-976D0EAD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BBA74-0374-488E-8B47-74AC73F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0D239-B999-4ABF-9BA1-00E8D0B3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378ED-6941-439A-BE90-3AE12E07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62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Estructural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D2346-2D3A-4A8B-89EE-B211B6C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0527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referencias, namespaces, duplicados, tipos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4CDD5-1FA4-4830-9765-2F234825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EDDCA-6E33-4CC1-9846-3722809C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FC79F-70F8-407E-87F8-E5925FA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E4FF1-6B95-4601-B6C7-9E5248B0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Dimensional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476C9-9FF3-45EB-9587-28C8DD7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hypercubes, miembros permitidos, contextElement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C2D34-7FD7-475D-8E1E-3159F3F8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E2851-B08B-4AD2-B452-1775A94D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BD8D52-798C-4BE9-A209-B1B406F1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9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39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F0221-38AC-4EA4-8F91-419EF0F3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96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Relaciones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80C99-2942-419E-830D-372D68F8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3872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calculation, essence-alias, consistencia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A751E-92D1-436D-AFB6-C2504BF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9987D-C074-40CF-8ADA-0C18584A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C4BC2-425B-44D5-A103-A6EF2C07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01D84B-B4FB-4675-AC19-6BBA1A5A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864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Formula 1.0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A6F024-68C6-4D2F-8079-F5B387C2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054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8D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8D4"/>
                </a:solidFill>
                <a:latin typeface="Aptos"/>
                <a:ea typeface="Aptos"/>
                <a:cs typeface="Aptos"/>
              </a:rPr>
              <a:t>assertions, variables, filtros, XPath 2.0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6966AF-B2D5-42D0-8E5C-02D9E80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24450"/>
            <a:ext cx="4629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90196"/>
            </a:srgbClr>
          </a:solidFill>
          <a:ln xmlns:a="http://schemas.openxmlformats.org/drawingml/2006/main" w="9525">
            <a:solidFill>
              <a:srgbClr val="46A8A3">
                <a:alpha val="2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5592BF-C7EB-40BE-8769-11B6DA5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29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findings inmutables con severidad, regla, mensaje, concepto, contexto y tabla asociada cuando existe mapeo a celda.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FAFBFB-FA4E-4AE0-BFB4-9CA2021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F94A14-5B8E-40B9-B1CD-3859D73A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7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7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074BC1-16B3-4997-9979-A925EEA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322F7E-617C-4AA4-8D29-9DF0339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ADBC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9CADBC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5690468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155FC7-845F-4B2F-9E3D-2F4A341D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5B8A5-6930-4598-BE3E-4E49A4B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DE18D-988D-448B-BA94-80FCDE93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9783F-6593-4763-A938-36BDF6AC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La calidad se demuestra con pruebas reproducibles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02B2D-C082-4953-8716-2E8A4491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3197D-ABA4-4A66-8141-A19F6123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0386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5B"/>
          </a:solidFill>
          <a:ln xmlns:a="http://schemas.openxmlformats.org/drawingml/2006/main" w="0">
            <a:solidFill>
              <a:srgbClr val="1539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8856E-C14C-4F9C-92F6-AF7BD6A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 de trabajo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4B8F5-4DF6-4432-A664-C9F9D930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La conformidad deja de ser una declaracion: se mide con datos locales, resultados reproducibles y automatizacion apta para CI.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41060-356B-412A-B797-28D7198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6BE4E-35CF-4D82-9153-CCC0DE0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07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5807A"/>
                </a:solidFill>
                <a:latin typeface="Aptos Display"/>
                <a:ea typeface="Aptos Display"/>
                <a:cs typeface="Aptos Display"/>
              </a:rPr>
              <a:t>248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24BAA-44E8-406B-841F-C77A422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tareas completadas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AEA45-BDFE-4A7D-A0CC-5EE99CEE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BA34A-1E50-47A1-BB8E-8F65D621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807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5807A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15AE4-86EC-4ABB-95C4-89183F0B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386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features especificadas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29BA6-4F94-4B1E-858D-B9ED0C3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0CB66-E256-4235-A77E-42BA748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9B2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59B2D"/>
                </a:solidFill>
                <a:latin typeface="Aptos Display"/>
                <a:ea typeface="Aptos Display"/>
                <a:cs typeface="Aptos Display"/>
              </a:rPr>
              <a:t>offline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8A1F4-6B5E-432B-AEFA-ED1273E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244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runner sin 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939AA-D2F1-44BD-859E-8BCCC357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pytest + pytest-qt + suites de conformidad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058E0-9D31-4838-BF12-542851B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52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Suites de conformidad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E5C9F-6051-4440-AE84-43D48E9A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95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Cada suite actua como una barrera de confianza sobre una parte distinta del dominio.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EA497-7E79-45FD-8C7E-771B24C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E64B6-8C3C-485F-B5CF-8575913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48A02-7DE5-484F-AD65-AA63C3B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XBRL 2.1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E8E0A-2C2E-4AB7-AFA6-C17B3070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3842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procesador e instancias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F9111D-9634-4D26-9F71-3989048D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D767D-94EF-4602-A300-7961123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bloqueante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E9B47-E1F3-4E23-B403-8E5D38C7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AD8A3-D2F1-4114-B973-A2AE785C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76575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7115F3-3D24-46CE-BC2D-4AFC4536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76575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94E46A-251E-4EF1-BDD9-0FFDA27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908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Dimensions 1.0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70AF9-A198-43EA-9513-10BE5F1A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48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hipercubos y contexto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61E8E8-CE99-4184-A34B-1F7FD249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38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B45E19-738A-4640-ADF6-26F86E7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bloqueante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AA587-0B53-4734-AA2A-6590C0D5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0522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8560F2-8586-4DAB-8738-878F523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7CC952-6DE7-4C21-BD56-4B980B0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86200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4330F6-B7D9-45E0-92BE-CFE3FC5A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Formula 1.0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017870-E723-4F45-9F4F-8A0F7476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assertions y XPath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B74746-F6FC-4B7B-A405-DC452D79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481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3"/>
          </a:solidFill>
          <a:ln xmlns:a="http://schemas.openxmlformats.org/drawingml/2006/main" w="9525">
            <a:solidFill>
              <a:srgbClr val="BBD9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22F58-A548-4A6C-962C-1EBD642D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24325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bloqueante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752AE5-DF1D-49FA-9664-4D68CF4D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14850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6A88FC-5724-4B7E-9C52-BF557A8E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95825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1C2FE1-B7DC-47CF-8735-B40C830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95825"/>
            <a:ext cx="857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7489D2-D7F7-47CB-979E-FDFCB9CC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101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Table Linkbase 1.0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DDD5C5-049A-4BF4-9E33-3C95AAEE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6730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seguimiento; BDE prioriza PWD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774CF-7FCA-4F00-8567-F958B09F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57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E"/>
          </a:solidFill>
          <a:ln xmlns:a="http://schemas.openxmlformats.org/drawingml/2006/main" w="9525">
            <a:solidFill>
              <a:srgbClr val="E1C48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E67A7D-D8D5-471A-90A5-316873A6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339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informativa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765E30-8F5A-41A5-B7C6-453AB8D8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197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EF3160-8DA4-4F77-A4D1-DDC89807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7912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Resultado: errores detectables localmente antes de una entrega regulatoria.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A7E6D0-A380-4D38-B57C-FBD1848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DAAC25-3FC6-40A2-B4AD-CCF09AA1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8922352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BEDA60-B8C5-4658-9E05-4989720C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9E756-9E09-4011-AD6F-72C9E42E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A004C-EC9F-401D-AC98-1B481F7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29DAE-C305-449E-B886-DA26DC81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Demo en vivo: mostrar el hilo completo, no todos los detalles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F4773-BD55-47AF-824F-36ABE2A4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D8916-4896-4CCF-9E89-8616821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09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30E71-A9D3-4097-97FD-342D43C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43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41BF4-06F0-428E-AA38-71E63A0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097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DA990-8588-4CE1-83CC-2DFC4FE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04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Arrancar aplicacion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B0D70-A3BF-4007-AE0C-A43F606D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335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./run.sh o python -m bde_xbrl_editor.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15E36-7C42-4A63-826D-1484F50D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19621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CC761-273B-4BCF-B943-4C5C49BC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BB621-A7D3-42A1-ACEE-D6AD3E5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52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3879A-217B-40A7-852A-FD964B7E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26CE3-F105-4E2C-8AE7-6B44A77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526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710A5-A138-425D-979E-DFA42E65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479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Cargar taxonomia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67920-8119-42B1-BA91-B94FE83A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Metadatos, catalogo BDE, tablas y cache.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E5711-67F1-473F-BFDB-454FD783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27051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F2DEC-3F69-4963-A6FD-27951A8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FD60D-7623-4A45-ABE6-2EFBE044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B682E-547D-4429-AE76-C5E5AA5E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556A7-F0BB-4368-9EB3-6E7D3A6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956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8674F-5086-4929-A126-2B87FA12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9908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Abrir instancia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F49E4-6464-458C-92A2-410A454E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194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schemaRef, entidad, periodo y filing indicators.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3D564-5DBE-4941-A9BE-D875E68E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34480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0413A-7EFE-4992-9CCF-8B8A16C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A60EA-EF9F-45A6-8DD6-60D685BE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E56091-4E79-4925-9CD8-C87A26E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B0F7C-42B2-4954-8B0F-0D9DAEDE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385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03FD1F-7695-4510-AFDD-6FFD950C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33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Navegar tabla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CB65E5-FDD8-4E02-9413-C6230AE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623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Cabeceras multinivel, codigos RC, eje Z y hechos.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97197-4EF6-4362-89B5-49715887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41910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4EEFD5-2670-4DF9-8998-1DB4E727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56452E-C6C5-4F26-BE1B-ECEE361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2B9E88-A3DC-4DE5-AF57-545EA704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113DB4-16D6-4145-95B3-E776D17E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D0B556-272F-4EF5-9C1B-C167A848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767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Editar y validar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F5BFB-24DE-4B05-AC49-DFBB4C46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0532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Valor como string, finding y navegacion a celda.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E48F49-B184-4EF9-AC22-1A1B0ABE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49339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7BE1B7-7A5A-4974-9E3E-4901653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8635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009E4B-76DE-405D-B2A3-E43A1CA1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7FEA55-0ABD-490A-B6DF-BBFF2F4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4A0FBB-469A-4A8E-BA01-FEF5C76F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733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FC1EF7-78DB-4219-A567-1F30699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Conformance CLI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4C71C4-4F31-4195-983E-6BFF9C12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482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pytest integration o runner con JSON.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FE4B93-5FF5-487C-8E0F-7650677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198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Regla de demo: preparar una instancia conocida, evitar esperas largas y verbalizar que cada paso corresponde a una feature especificada.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5C2430-6E24-489E-B7A6-3A70CB1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1F6EEE-CD3F-483E-B68F-96B2FBFD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9619779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D599FC-09F4-42DE-BCDF-10F22E86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44AB8-EE48-45D5-8916-DBFCB26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D3CD6-79C7-4EA4-9B53-7F12ABFA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80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807A"/>
                </a:solidFill>
                <a:latin typeface="Aptos"/>
                <a:ea typeface="Aptos"/>
                <a:cs typeface="Aptos"/>
              </a:rPr>
              <a:t>BDE XBRL EDITOR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B118F-364C-4BFE-B7D3-DB17923D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Limites actuales y evolucion futura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C9EF2-2733-471E-9664-29CCEF98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0005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665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3A89C-7987-41C3-989B-A5D0E4B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57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D5F5-ECB0-49F0-9320-FF0CE9A6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Fuera de alcance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456B7-6BBE-466C-A8D2-E5FB2A67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A15D5-C0EC-43BA-83A8-F24BF7A2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Reglas BDE publicadas fuera de la taxonomia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2DE83-68AC-4C78-BC28-BC2751E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66F43-9817-4A87-9B59-10A393D6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384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iXBRL y tagging sobre 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72E48-28A6-42B8-993D-C6AE45D0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E434C-31C4-4E11-9F63-77C8204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Envio directo al portal BDE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104CE-E4CC-40F0-AB21-A5F4F807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5ED0B-5267-4426-86A3-00AA141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Validacion batch y diferencial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34ABD-4205-4D72-99B7-DF811CB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12FF7-BB25-479C-9DF8-00A7EA5C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00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Undo/redo avanzado y multi-instancia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2C072-7284-4106-83B9-28201A6E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457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2A75F-4D9B-458A-BF03-39BED691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razonable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64A1E-08E6-46EF-A956-E221E5A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3676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43067-5433-4E57-860C-16D23C13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4E366-F63A-4C08-9852-5F545D2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v1.1: robustez operativa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67BCF-3744-4D22-B21C-B76A6C2A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339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Mejoras de UX, empaquetado offline, reporting de errores y cobertura adicional.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1774F-943C-49F2-856A-D3691F17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3676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3E77D-6DBB-4897-967C-A9E357B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C3DB6-7C4E-48C8-9E0F-5F8D2515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v2: reglas BDE externas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6916F3-97F8-49B1-8A10-62F14FA5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339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Incorporar validaciones publicadas fuera de la taxonomia y trazabilidad documental.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B9DA3-DB94-451C-AED6-AFE9ABBB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3676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D6956B-529A-4E31-8EEA-8BC7C15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BF43D7-1528-474A-8EA6-E0937094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v3: interoperabilidad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D56309-AB47-425D-B313-478C23A2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339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DCE7E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CE7EF"/>
                </a:solidFill>
                <a:latin typeface="Aptos"/>
                <a:ea typeface="Aptos"/>
                <a:cs typeface="Aptos"/>
              </a:rPr>
              <a:t>iXBRL, exportaciones, comparativas y automatizacion de flujos de reporting.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7170DF-4306-41D1-B13E-26D689C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1C6CC6-B145-41C0-80CB-928ACFE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6657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66575"/>
                </a:solidFill>
                <a:latin typeface="Aptos"/>
                <a:ea typeface="Aptos"/>
                <a:cs typeface="Aptos"/>
              </a:rPr>
              <a:t>Trabajo Fin de Master | Python 3.13+ + PySide6 | XBRL / BDE</a:t>
            </a:r>
          </a:p>
        </p:txBody>
      </p:sp>
    </p:spTree>
    <p:extLst>
      <p:ext uri="{BB962C8B-B14F-4D97-AF65-F5344CB8AC3E}">
        <p14:creationId xmlns:p14="http://schemas.microsoft.com/office/powerpoint/2010/main" val="150279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5E31D-6CE9-4B14-A2AF-BF2FF370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d6dc4d46c4b0d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CE29E-17EE-4530-AE9A-E093A995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7294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A1DC-9A3A-460D-B69F-1F2A436E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B">
              <a:alpha val="9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97EA5-CF40-4120-822C-54ACB17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8F1ED-8AF2-4D4D-B511-6C28C56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7C550-29BC-4E2F-85BB-A377F1B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F9C61-5952-443E-8518-D5D1F7C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Producto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A78BA-8DE3-4B60-BE06-C06A570F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4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DD"/>
                </a:solidFill>
                <a:latin typeface="Aptos"/>
                <a:ea typeface="Aptos"/>
                <a:cs typeface="Aptos"/>
              </a:rPr>
              <a:t>No es un prototipo aislado: cubre carga, instancia, tabla, edicion, validacion y conformidad.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9A8E3-A75A-410B-92A9-25C1F3F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C384B-C6F2-43CD-8849-D2F1B336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 sostenible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75FD1-ACA2-4D2A-A782-6247A52D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4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DD"/>
                </a:solidFill>
                <a:latin typeface="Aptos"/>
                <a:ea typeface="Aptos"/>
                <a:cs typeface="Aptos"/>
              </a:rPr>
              <a:t>Core XBRL independiente de Qt, capas claras y modelos pensados para pruebas.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3FD84-F9BF-4CDC-AEEE-7ADF095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5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58DE5-AD88-45FF-B262-B7CE1056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Metodo defendible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05345-8E59-4DA2-B430-821A206E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4D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4DD"/>
                </a:solidFill>
                <a:latin typeface="Aptos"/>
                <a:ea typeface="Aptos"/>
                <a:cs typeface="Aptos"/>
              </a:rPr>
              <a:t>Spec-driven development conecta problema, requisitos, diseno, tareas y verificacion.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B1ED2-BB5D-4521-BF64-5970F286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18B87-3FEF-4652-B675-CEBD0CDA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9B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59B2D"/>
                </a:solidFill>
                <a:latin typeface="Aptos"/>
                <a:ea typeface="Aptos"/>
                <a:cs typeface="Aptos"/>
              </a:rPr>
              <a:t>Idea final: convertir la complejidad tecnica de XBRL/BDE en un flujo visual, verificable y mantenible.</a:t>
            </a:r>
          </a:p>
        </p:txBody>
      </p:sp>
    </p:spTree>
    <p:extLst>
      <p:ext uri="{BB962C8B-B14F-4D97-AF65-F5344CB8AC3E}">
        <p14:creationId xmlns:p14="http://schemas.microsoft.com/office/powerpoint/2010/main" val="751626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2026-07-18T14:56:44.0810000Z</dcterms:created>
  <dcterms:modified xsi:type="dcterms:W3CDTF">2026-07-18T14:56:44.0810000Z</dcterms:modified>
</coreProperties>
</file>