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8a6af4bf44d56" /><Relationship Type="http://schemas.openxmlformats.org/officeDocument/2006/relationships/extended-properties" Target="/docProps/app.xml" Id="Re45f0d11dbc94041" /><Relationship Type="http://schemas.openxmlformats.org/officeDocument/2006/relationships/officeDocument" Target="/ppt/presentation.xml" Id="R7a988de34c7d46c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fbeb4ef49b44538"/>
  </p:sldMasterIdLst>
  <p:notesMasterIdLst>
    <p:notesMasterId xmlns:r="http://schemas.openxmlformats.org/officeDocument/2006/relationships" r:id="R72430273e2cd43d6"/>
  </p:notesMasterIdLst>
  <p:sldIdLst>
    <p:sldId xmlns:r="http://schemas.openxmlformats.org/officeDocument/2006/relationships" id="256" r:id="Rbb8e9dfe14e54560"/>
    <p:sldId xmlns:r="http://schemas.openxmlformats.org/officeDocument/2006/relationships" id="257" r:id="R0f7da8188f134ae3"/>
    <p:sldId xmlns:r="http://schemas.openxmlformats.org/officeDocument/2006/relationships" id="258" r:id="Rb3ee431e6cf44f16"/>
    <p:sldId xmlns:r="http://schemas.openxmlformats.org/officeDocument/2006/relationships" id="259" r:id="R09decdbe4f0f4840"/>
    <p:sldId xmlns:r="http://schemas.openxmlformats.org/officeDocument/2006/relationships" id="260" r:id="R8b2158aef5174685"/>
    <p:sldId xmlns:r="http://schemas.openxmlformats.org/officeDocument/2006/relationships" id="261" r:id="Ra73d6316346b4bfc"/>
    <p:sldId xmlns:r="http://schemas.openxmlformats.org/officeDocument/2006/relationships" id="262" r:id="Re55b53cd019746d5"/>
    <p:sldId xmlns:r="http://schemas.openxmlformats.org/officeDocument/2006/relationships" id="263" r:id="R15a7ce68507340c9"/>
    <p:sldId xmlns:r="http://schemas.openxmlformats.org/officeDocument/2006/relationships" id="264" r:id="Rff5520577072441a"/>
    <p:sldId xmlns:r="http://schemas.openxmlformats.org/officeDocument/2006/relationships" id="265" r:id="R659793a5f0824186"/>
    <p:sldId xmlns:r="http://schemas.openxmlformats.org/officeDocument/2006/relationships" id="266" r:id="Rcc71609083434f47"/>
    <p:sldId xmlns:r="http://schemas.openxmlformats.org/officeDocument/2006/relationships" id="267" r:id="R377f9976663c4b19"/>
  </p:sldIdLst>
  <p:sldSz cx="12192000" cy="6858000"/>
  <p:notesSz cx="6858000" cy="9144000"/>
  <p:embeddedFontLst>
    <p:embeddedFont>
      <p:font typeface="Inter"/>
      <p:regular xmlns:r="http://schemas.openxmlformats.org/officeDocument/2006/relationships" r:id="R55d2902ce0944231"/>
      <p:bold xmlns:r="http://schemas.openxmlformats.org/officeDocument/2006/relationships" r:id="R6f0650694ba14e44"/>
    </p:embeddedFont>
    <p:embeddedFont>
      <p:font typeface="Inter Medium"/>
      <p:regular xmlns:r="http://schemas.openxmlformats.org/officeDocument/2006/relationships" r:id="Rd7e56cb659fc4b3f"/>
    </p:embeddedFont>
    <p:embeddedFont>
      <p:font typeface="Inter SemiBold"/>
      <p:regular xmlns:r="http://schemas.openxmlformats.org/officeDocument/2006/relationships" r:id="R9cdb4fdafee24640"/>
      <p:bold xmlns:r="http://schemas.openxmlformats.org/officeDocument/2006/relationships" r:id="Rf7a1efe182a24d7a"/>
    </p:embeddedFont>
    <p:embeddedFont>
      <p:font typeface="OpenAI Sans"/>
      <p:regular xmlns:r="http://schemas.openxmlformats.org/officeDocument/2006/relationships" r:id="R17389ad691044a0d"/>
      <p:bold xmlns:r="http://schemas.openxmlformats.org/officeDocument/2006/relationships" r:id="R3a210f3e8f514046"/>
      <p:italic xmlns:r="http://schemas.openxmlformats.org/officeDocument/2006/relationships" r:id="R057fffcbaf6d46a3"/>
      <p:boldItalic xmlns:r="http://schemas.openxmlformats.org/officeDocument/2006/relationships" r:id="R4a8a1f2fe79246d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130d84a90246c0" /><Relationship Type="http://schemas.openxmlformats.org/officeDocument/2006/relationships/slideMaster" Target="/ppt/slideMasters/slideMaster1.xml" Id="Rafbeb4ef49b44538" /><Relationship Type="http://schemas.openxmlformats.org/officeDocument/2006/relationships/notesMaster" Target="/ppt/notesMasters/notesMaster1.xml" Id="R72430273e2cd43d6" /><Relationship Type="http://schemas.openxmlformats.org/officeDocument/2006/relationships/presProps" Target="/ppt/presProps.xml" Id="R79362749daac46ed" /><Relationship Type="http://schemas.openxmlformats.org/officeDocument/2006/relationships/viewProps" Target="/ppt/viewProps.xml" Id="R16c4b3a6fb9d47f3" /><Relationship Type="http://schemas.openxmlformats.org/officeDocument/2006/relationships/tableStyles" Target="/ppt/tableStyles.xml" Id="Rb645344ac4eb4dc5" /><Relationship Type="http://schemas.openxmlformats.org/officeDocument/2006/relationships/font" Target="/ppt/fonts/font.dat" Id="R55d2902ce0944231" /><Relationship Type="http://schemas.openxmlformats.org/officeDocument/2006/relationships/font" Target="/ppt/fonts/font2.dat" Id="R6f0650694ba14e44" /><Relationship Type="http://schemas.openxmlformats.org/officeDocument/2006/relationships/font" Target="/ppt/fonts/font3.dat" Id="Rd7e56cb659fc4b3f" /><Relationship Type="http://schemas.openxmlformats.org/officeDocument/2006/relationships/font" Target="/ppt/fonts/font4.dat" Id="R9cdb4fdafee24640" /><Relationship Type="http://schemas.openxmlformats.org/officeDocument/2006/relationships/font" Target="/ppt/fonts/font5.dat" Id="Rf7a1efe182a24d7a" /><Relationship Type="http://schemas.openxmlformats.org/officeDocument/2006/relationships/font" Target="/ppt/fonts/font6.dat" Id="R17389ad691044a0d" /><Relationship Type="http://schemas.openxmlformats.org/officeDocument/2006/relationships/font" Target="/ppt/fonts/font7.dat" Id="R3a210f3e8f514046" /><Relationship Type="http://schemas.openxmlformats.org/officeDocument/2006/relationships/font" Target="/ppt/fonts/font8.dat" Id="R057fffcbaf6d46a3" /><Relationship Type="http://schemas.openxmlformats.org/officeDocument/2006/relationships/font" Target="/ppt/fonts/font9.dat" Id="R4a8a1f2fe79246d5" /><Relationship Type="http://schemas.openxmlformats.org/officeDocument/2006/relationships/slide" Target="/ppt/slides/slide1.xml" Id="Rbb8e9dfe14e54560" /><Relationship Type="http://schemas.openxmlformats.org/officeDocument/2006/relationships/slide" Target="/ppt/slides/slide2.xml" Id="R0f7da8188f134ae3" /><Relationship Type="http://schemas.openxmlformats.org/officeDocument/2006/relationships/slide" Target="/ppt/slides/slide3.xml" Id="Rb3ee431e6cf44f16" /><Relationship Type="http://schemas.openxmlformats.org/officeDocument/2006/relationships/slide" Target="/ppt/slides/slide4.xml" Id="R09decdbe4f0f4840" /><Relationship Type="http://schemas.openxmlformats.org/officeDocument/2006/relationships/slide" Target="/ppt/slides/slide5.xml" Id="R8b2158aef5174685" /><Relationship Type="http://schemas.openxmlformats.org/officeDocument/2006/relationships/slide" Target="/ppt/slides/slide6.xml" Id="Ra73d6316346b4bfc" /><Relationship Type="http://schemas.openxmlformats.org/officeDocument/2006/relationships/slide" Target="/ppt/slides/slide7.xml" Id="Re55b53cd019746d5" /><Relationship Type="http://schemas.openxmlformats.org/officeDocument/2006/relationships/slide" Target="/ppt/slides/slide8.xml" Id="R15a7ce68507340c9" /><Relationship Type="http://schemas.openxmlformats.org/officeDocument/2006/relationships/slide" Target="/ppt/slides/slide9.xml" Id="Rff5520577072441a" /><Relationship Type="http://schemas.openxmlformats.org/officeDocument/2006/relationships/slide" Target="/ppt/slides/slide10.xml" Id="R659793a5f0824186" /><Relationship Type="http://schemas.openxmlformats.org/officeDocument/2006/relationships/slide" Target="/ppt/slides/slide11.xml" Id="Rcc71609083434f47" /><Relationship Type="http://schemas.openxmlformats.org/officeDocument/2006/relationships/slide" Target="/ppt/slides/slide12.xml" Id="R377f9976663c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07f7c4547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75df11ab13464f" /><Relationship Type="http://schemas.openxmlformats.org/officeDocument/2006/relationships/notesMaster" Target="/ppt/notesMasters/notesMaster1.xml" Id="R3b5e5526ca17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73d40c19fd48c5" /><Relationship Type="http://schemas.openxmlformats.org/officeDocument/2006/relationships/notesMaster" Target="/ppt/notesMasters/notesMaster1.xml" Id="R5ec9180fcf2d4a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5ab55dcc64bc2" /><Relationship Type="http://schemas.openxmlformats.org/officeDocument/2006/relationships/notesMaster" Target="/ppt/notesMasters/notesMaster1.xml" Id="R3e7531806237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cb425b3e647ea" /><Relationship Type="http://schemas.openxmlformats.org/officeDocument/2006/relationships/notesMaster" Target="/ppt/notesMasters/notesMaster1.xml" Id="R4e4e3ef7281a48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dbd802b2e4067" /><Relationship Type="http://schemas.openxmlformats.org/officeDocument/2006/relationships/notesMaster" Target="/ppt/notesMasters/notesMaster1.xml" Id="Rfac34ee49f5c4f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52d87c9184696" /><Relationship Type="http://schemas.openxmlformats.org/officeDocument/2006/relationships/notesMaster" Target="/ppt/notesMasters/notesMaster1.xml" Id="Re74b84e8e33c48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8f4cc82686446a" /><Relationship Type="http://schemas.openxmlformats.org/officeDocument/2006/relationships/notesMaster" Target="/ppt/notesMasters/notesMaster1.xml" Id="R10ce0929d04c48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4af1e04c546a5" /><Relationship Type="http://schemas.openxmlformats.org/officeDocument/2006/relationships/notesMaster" Target="/ppt/notesMasters/notesMaster1.xml" Id="Rdf73ae3d0d25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26ec7a7ce4b31" /><Relationship Type="http://schemas.openxmlformats.org/officeDocument/2006/relationships/notesMaster" Target="/ppt/notesMasters/notesMaster1.xml" Id="R0aa0019e92954f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6e145786644d0" /><Relationship Type="http://schemas.openxmlformats.org/officeDocument/2006/relationships/notesMaster" Target="/ppt/notesMasters/notesMaster1.xml" Id="R54abdbfa5ea7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97900cb2c04460" /><Relationship Type="http://schemas.openxmlformats.org/officeDocument/2006/relationships/notesMaster" Target="/ppt/notesMasters/notesMaster1.xml" Id="Rc7ebe044d4364d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0676639fcb42fa" /><Relationship Type="http://schemas.openxmlformats.org/officeDocument/2006/relationships/notesMaster" Target="/ppt/notesMasters/notesMaster1.xml" Id="R4af027178535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descripción general y estado del proyecto. No se identifica autor, institución ni fecha de defensa en las fuentes utilizadas.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de la defensa basada en README.MD y docs/Documentacion-TFM.pdf.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README.MD, introducción y funcionalidades. docs/xbrl-processor-prd.md, Problem Statement. Ilustración conceptual generada con ImageGen, no es una captura de la aplicación.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docs/Documentacion-TFM.pdf, objetivo. README.MD, arquitectura testable. docs/xbrl-processor-prd.md, Goals y Non-Goals.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Stack tecnológico, módulos principales, arquitectura testable y distribución. El README actual exige Python 3.13+, frente a otras guías antiguas. Se omite la versión para evitar mezclar estados.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README.MD, Separador decimal de la interfaz, Convenciones técnicas y Creación y edición de instancias.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README.MD, Funcionalidades principales. Capacidad documentada, no afirmación de certificación normativa.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Flujo principal de uso. Guion de demostración recomendado, no resultado de una sesión de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README.MD, Verificación rápida y Runner de conformidad. docs/xbrl-processor-prd.md, Success Metrics. El 100% es un objetivo de aceptación, no una medición alcanzada. docs/conformance-xbrl21-validator-roadmap.md menciona unas 199 fallas obligatorias en una comprobación anterior sin fecha ni informe adjunto. No se usa ese valor como estado actual. Una batería pytest verde no certifica conformidad XBRL.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docs/xbrl-processor-prd.md, Timeline Considerations. Es un plan sugerido de 13 semanas, no una cronología ejecutada. El PRD es borrador del 24/03/2026 y su objetivo Q2 2026 no acredita finalización. Barras heredadas de la plantilla, orientativas y sin medición de duración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docs/Documentacion-TFM.pdf, Requisitos y Entrega. README.MD, Entrega TFM. Código: https://github.com/dedalosl/bde_xbrl_editor. El README mantiene la publicación pendiente. Presentación entregada como documento adjunto en el repositorio. No se inventa fecha límite ni identidad del alumno.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Conclusión: el trabajo documenta una aplicación de escritorio que aborda el ciclo de preparación de informes XBRL y un núcleo separado de Qt. Queda por medir conformidad final y evaluación con usuarios. Fuentes: README.MD y docs/xbrl-processor-prd.md.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fbfa0df4648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df10345d443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0cbebd77644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64d4021124f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4534db2614f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aea65c2e947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f6a01867d46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1470edfe74e1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53272f06a74e78" /><Relationship Type="http://schemas.openxmlformats.org/officeDocument/2006/relationships/slideLayout" Target="/ppt/slideLayouts/slideLayout1.xml" Id="R10fcdaedfe3742bc" /><Relationship Type="http://schemas.openxmlformats.org/officeDocument/2006/relationships/slideLayout" Target="/ppt/slideLayouts/slideLayout2.xml" Id="R50c16e4fb0704b85" /><Relationship Type="http://schemas.openxmlformats.org/officeDocument/2006/relationships/slideLayout" Target="/ppt/slideLayouts/slideLayout3.xml" Id="Rc8495a4cef254255" /><Relationship Type="http://schemas.openxmlformats.org/officeDocument/2006/relationships/slideLayout" Target="/ppt/slideLayouts/slideLayout4.xml" Id="Rab92818dbe844888" /><Relationship Type="http://schemas.openxmlformats.org/officeDocument/2006/relationships/slideLayout" Target="/ppt/slideLayouts/slideLayout5.xml" Id="R6892b355b72b4527" /><Relationship Type="http://schemas.openxmlformats.org/officeDocument/2006/relationships/slideLayout" Target="/ppt/slideLayouts/slideLayout6.xml" Id="R548d6401230b4628" /><Relationship Type="http://schemas.openxmlformats.org/officeDocument/2006/relationships/slideLayout" Target="/ppt/slideLayouts/slideLayout7.xml" Id="R00881e22c0c94824" /><Relationship Type="http://schemas.openxmlformats.org/officeDocument/2006/relationships/slideLayout" Target="/ppt/slideLayouts/slideLayout8.xml" Id="R2121ba2780ed4a4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cdaedfe3742bc"/>
    <p:sldLayoutId xmlns:r="http://schemas.openxmlformats.org/officeDocument/2006/relationships" id="2147483650" r:id="R50c16e4fb0704b85"/>
    <p:sldLayoutId xmlns:r="http://schemas.openxmlformats.org/officeDocument/2006/relationships" id="2147483651" r:id="Rc8495a4cef254255"/>
    <p:sldLayoutId xmlns:r="http://schemas.openxmlformats.org/officeDocument/2006/relationships" id="2147483652" r:id="Rab92818dbe844888"/>
    <p:sldLayoutId xmlns:r="http://schemas.openxmlformats.org/officeDocument/2006/relationships" id="2147483653" r:id="R6892b355b72b4527"/>
    <p:sldLayoutId xmlns:r="http://schemas.openxmlformats.org/officeDocument/2006/relationships" id="2147483654" r:id="R548d6401230b4628"/>
    <p:sldLayoutId xmlns:r="http://schemas.openxmlformats.org/officeDocument/2006/relationships" id="2147483655" r:id="R00881e22c0c94824"/>
    <p:sldLayoutId xmlns:r="http://schemas.openxmlformats.org/officeDocument/2006/relationships" id="2147483656" r:id="R2121ba2780ed4a4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1cc699d24a3b" /><Relationship Type="http://schemas.openxmlformats.org/officeDocument/2006/relationships/notesSlide" Target="/ppt/notesSlides/notesSlide1.xml" Id="Ra8ed55af69bc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4b4c6478b4598" /><Relationship Type="http://schemas.openxmlformats.org/officeDocument/2006/relationships/notesSlide" Target="/ppt/notesSlides/notesSlide2.xml" Id="R6af1ff879130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4b016febe42eb" /><Relationship Type="http://schemas.openxmlformats.org/officeDocument/2006/relationships/image" Target="/ppt/media/image.png" Id="R7f467c0e44ac4c05" /><Relationship Type="http://schemas.openxmlformats.org/officeDocument/2006/relationships/notesSlide" Target="/ppt/notesSlides/notesSlide3.xml" Id="Rcbf9bdc3a46c45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a2c2904aa4819" /><Relationship Type="http://schemas.openxmlformats.org/officeDocument/2006/relationships/notesSlide" Target="/ppt/notesSlides/notesSlide4.xml" Id="R0e07a86979a84c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0b9dc649746f9" /><Relationship Type="http://schemas.openxmlformats.org/officeDocument/2006/relationships/notesSlide" Target="/ppt/notesSlides/notesSlide5.xml" Id="R44f52b55a67c44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4b5d0d9d546fa" /><Relationship Type="http://schemas.openxmlformats.org/officeDocument/2006/relationships/notesSlide" Target="/ppt/notesSlides/notesSlide6.xml" Id="R346a214954e649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3ff59dde24188" /><Relationship Type="http://schemas.openxmlformats.org/officeDocument/2006/relationships/notesSlide" Target="/ppt/notesSlides/notesSlide7.xml" Id="R75616b6234804f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f8ed0b4294510" /><Relationship Type="http://schemas.openxmlformats.org/officeDocument/2006/relationships/notesSlide" Target="/ppt/notesSlides/notesSlide8.xml" Id="Rc04e03826904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e874aa0b14cb7" /><Relationship Type="http://schemas.openxmlformats.org/officeDocument/2006/relationships/notesSlide" Target="/ppt/notesSlides/notesSlide9.xml" Id="Ra9a8edcb4e6e4e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a6f1aa1804315" /><Relationship Type="http://schemas.openxmlformats.org/officeDocument/2006/relationships/notesSlide" Target="/ppt/notesSlides/notesSlide10.xml" Id="R6d57e06a2b5a40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864a1db2c460f" /><Relationship Type="http://schemas.openxmlformats.org/officeDocument/2006/relationships/notesSlide" Target="/ppt/notesSlides/notesSlide11.xml" Id="R0d5f727387ca49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1083295404807" /><Relationship Type="http://schemas.openxmlformats.org/officeDocument/2006/relationships/notesSlide" Target="/ppt/notesSlides/notesSlide12.xml" Id="R3668dac269c647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BDE XBRL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Editor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Aplicación de escritorio para informes financieros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Trabajo fin de máster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Contenido de la defensa</a:t>
            </a:r>
          </a:p>
        </p:txBody>
      </p:sp>
      <p:graphicFrame>
        <p:nvGraphicFramePr>
          <p:cNvPr id="4" name="Table 3">
            <a:extLst xmlns:a="http://schemas.openxmlformats.org/drawingml/2006/main">
              <a:ext uri="{FF2B5EF4-FFF2-40B4-BE49-F238E27FC236}">
                <a16:creationId xmlns:a16="http://schemas.microsoft.com/office/drawing/2014/main" id="{958B3B22-A138-45A8-96A1-40523CDC49E8}"/>
              </a:ext>
            </a:extLst>
          </p:cNvPr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Problema y objetivo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Contexto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Arquitectura y tecnología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Diseño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Integridad y capacidades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Aplicación</a:t>
                      </a:r>
                      <a:endParaRPr sz="2500" b="0" i="0" u="none" strike="noStrik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Demostración del flujo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Uso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Verificación y límites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Evidencia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 y entrega del TFM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Cierre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El problema del reporting XBRL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0E552794-E6B0-459C-B846-40E493291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7c0e44ac4c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Un dominio exigente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Cada informe combina hechos, contextos, unidades y dimensiones. Las taxonomías definen conceptos, relaciones y restricciones que el editor debe respetar.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Una herramienta integrada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El proyecto reúne la carga de taxonomías, la edición de instancias y la validación en una aplicación orientada al Banco de España.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Objetivo y alcance del trabajo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Aplicación real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Crear una herramienta de escritorio utilizable para preparar informes XBRL y explorar taxonomías BDE.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Alcance acotado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Cargar taxonomías existentes. Sin edición de taxonomías, colaboración en nube ni envío automático a portales.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Núcleo verificable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Separar la lógica del dominio de Qt para probar taxonomías, instancias y validación automáticamente.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PRODUCTO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INGENIERÍA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LÍMITES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y tecnología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Interfaz de escritorio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PySide6 presenta tablas, asistentes y resultados. La interfaz queda aislada del núcleo del procesador.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Procesamiento XBRL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Python, lxml y xmlschema resuelven esquemas e instancias. elementpath aporta XPath 2.0 para fórmulas.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Servicios y modelos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Taxonomías, instancias, renderizado y validación tienen responsabilidades separadas. Los modelos principales son inmutables.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Catálogo y distribución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TypeScript y Playwright actualizan el catálogo BDE. setuptools empaqueta Python y PyInstaller permite preparar un paquete offline.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Integridad de los datos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Precisión financiera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y edición segura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270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>Los hechos conservan sus valores como texto. El editor evita convertir importes a float y mantiene la precisión original del documento XBRL.</a:t>
            </a:r>
            <a:endParaRPr sz="1700" b="0" i="0" u="none" strike="noStrik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/>
            </a:r>
            <a:endParaRPr sz="1700" b="0" i="0" u="none" strike="noStrik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>Los QNames usan notación Clark para identificar conceptos por su espacio de nombres.</a:t>
            </a:r>
            <a:endParaRPr sz="1700" b="0" i="0" u="none" strike="noStrik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Separador decimal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La interfaz admite punto o coma. La preferencia cambia la visualización, no el contenido XBRL.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Conservación de hechos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El editor preserva hechos huérfanos y distingue valores duplicados o celdas excluidas.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Capacidades del editor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Carga desde entry points locales, caché y linkbases de etiquetas, relaciones, tablas y fórmulas.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Taxonomías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Asistente de creación, apertura, edición de hechos y guardado de documentos XML/XBRL.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Instancias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Cabeceras multinivel y ejes Z. El motor asigna hechos a coordenadas dimensionales.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Tablas PWD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Hallazgos con severidad, navegación a celdas y exportación del informe de resultados.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Validación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El flujo reúne la preparación del informe en una sola aplicación. El usuario puede inspeccionar la taxonomía y trabajar sobre sus tablas regulatorias.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del flujo de trabajo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AB307DEF-1F92-473E-88C6-549B9371D686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PASO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PASO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PASO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Edición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Crear o abrir una instancia. Introducir hechos en las tablas y guardar el informe.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Carga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Abrir una taxonomía y explorar conceptos, tablas y etiquetas disponibles.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Comprobación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Validar la instancia, revisar hallazgos y exportar el informe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Verificación y límites de la evidencia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Suites bloqueantes: XBRL 2.1, Dimensions y Formula.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Objetivo del PRD. No se presenta como resultado alcanzado.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Suite informativa: Table Linkbase 1.0, distinta del PWD de BDE.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100%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76375"/>
            <a:ext cx="11404568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Evidencia disponible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El repositorio documenta pruebas unitarias e integración y un runner de conformidad. No aporta aquí una medición final de conformidad ni resultados de usabilidad.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Plan propuesto en el PRD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F7CCD1E2-E1F9-4A01-B2ED-CBE2F937D0EA}"/>
              </a:ext>
            </a:extLst>
          </p:cNvPr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1–3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4–5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6–9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10–13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Entrega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7752"/>
            <a:ext cx="4371975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Tablas y fórmulas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Conformidad y pruebas de regresión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Pruebas con usuarios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3187"/>
            <a:ext cx="5238750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Validación dimensional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8528"/>
            <a:ext cx="5238750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Creación y edición de instancias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Motor y descubrimiento DTS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Preparación de la entrega del TFM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243A5DE1-AE87-45B7-8DA1-A6A006CAA842}"/>
              </a:ext>
            </a:extLst>
          </p:cNvPr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Documentación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Código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Ejecución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Validación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Entrega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Instalación y uso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GitHub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y PySide6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Runner CLI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Archivo PPTX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Actualizar enlaces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Acceso al evaluador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Paquete offline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Informe final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Formulario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README disponible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72" y="1788509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Código en repositorio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Ejecución local</a:t>
            </a:r>
            <a:endParaRPr sz="11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0" y="4257485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Conformidad por medir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08" y="4257485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Publicación pendiente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397" y="1788509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Presentación editable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BDE XBRL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Editor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Conclusiones y preguntas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Trabajo fin de máster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2026-10-09T16:24:59.3950000Z</dcterms:created>
  <dcterms:modified xsi:type="dcterms:W3CDTF">2026-10-09T16:24:59.3950000Z</dcterms:modified>
</coreProperties>
</file>